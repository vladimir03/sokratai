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1FA98C">
              <a:alpha val="30000"/>
            </a:srgbClr>
          </a:solidFill>
          <a:ln w="12700">
            <a:solidFill>
              <a:srgbClr val="1FA98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182880"/>
            <a:ext cx="2286000" cy="2286000"/>
          </a:xfrm>
          <a:prstGeom prst="ellipse">
            <a:avLst/>
          </a:prstGeom>
          <a:solidFill>
            <a:srgbClr val="9DF0E0">
              <a:alpha val="50000"/>
            </a:srgbClr>
          </a:solidFill>
          <a:ln w="12700">
            <a:solidFill>
              <a:srgbClr val="9DF0E0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СОКРАТ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972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64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AI-рабочее место</a:t>
            </a:r>
            <a:endParaRPr lang="en-US" sz="6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4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для репетитора</a:t>
            </a:r>
            <a:endParaRPr lang="en-US" sz="6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физики ЕГЭ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Как отдать проверку ДЗ AI и вернуть себе 10 часов в неделю — без потери контроля над учениками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Егор · Конференция репетиторов · 9 апреля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FA98C"/>
          </a:solidFill>
          <a:ln w="12700">
            <a:solidFill>
              <a:srgbClr val="1FA9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sokratai.ru  ·  Егор / Сократ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92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ОБО МНЕ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8229600" y="1463040"/>
            <a:ext cx="3291840" cy="4206240"/>
          </a:xfrm>
          <a:prstGeom prst="rect">
            <a:avLst/>
          </a:prstGeom>
          <a:solidFill>
            <a:srgbClr val="141A22"/>
          </a:solidFill>
          <a:ln w="12700">
            <a:solidFill>
              <a:srgbClr val="1FA9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3291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ФОТО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228600" cy="228600"/>
          </a:xfrm>
          <a:prstGeom prst="ellipse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544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Имя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9019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Егор — репетитор физики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228600" cy="228600"/>
          </a:xfrm>
          <a:prstGeom prst="ellipse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Экзамены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8163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ЕГЭ и ОГЭ, профильная подготовка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228600" cy="228600"/>
          </a:xfrm>
          <a:prstGeom prst="ellipse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Формат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7307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Индивидуально и мини-группы, онлайн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228600" cy="228600"/>
          </a:xfrm>
          <a:prstGeom prst="ellipse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97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Масштаб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6451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20+ учеников в активной работе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5349240"/>
            <a:ext cx="228600" cy="228600"/>
          </a:xfrm>
          <a:prstGeom prst="ellipse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5212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Зачем я здесь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555955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Полгода назад уткнулся в потолок — и начал строить Сократ с командой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FA98C"/>
          </a:solidFill>
          <a:ln w="12700">
            <a:solidFill>
              <a:srgbClr val="1FA9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sokratai.ru  ·  Егор / Сократ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ТОЧКА 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Почему вечер репетитора — это три часа боли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566160" cy="3931920"/>
          </a:xfrm>
          <a:prstGeom prst="rect">
            <a:avLst/>
          </a:prstGeom>
          <a:solidFill>
            <a:srgbClr val="1B2230"/>
          </a:solidFill>
          <a:ln w="12700">
            <a:solidFill>
              <a:srgbClr val="141A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109728" cy="3931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30 мин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005840" y="3474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день уходит на логистику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4805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Работы в Telegram, WhatsApp, почте. Часть теряется.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103120"/>
            <a:ext cx="3566160" cy="3931920"/>
          </a:xfrm>
          <a:prstGeom prst="rect">
            <a:avLst/>
          </a:prstGeom>
          <a:solidFill>
            <a:srgbClr val="1B2230"/>
          </a:solidFill>
          <a:ln w="12700">
            <a:solidFill>
              <a:srgbClr val="141A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03120"/>
            <a:ext cx="109728" cy="3931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5–10 мин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4846320" y="3474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 проверку одной работы вручную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44805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20 учеников × 3 раза в неделю = 9 часов.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0" y="2103120"/>
            <a:ext cx="3566160" cy="3931920"/>
          </a:xfrm>
          <a:prstGeom prst="rect">
            <a:avLst/>
          </a:prstGeom>
          <a:solidFill>
            <a:srgbClr val="1B2230"/>
          </a:solidFill>
          <a:ln w="12700">
            <a:solidFill>
              <a:srgbClr val="141A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03120"/>
            <a:ext cx="109728" cy="3931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22860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−1 урок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8686800" y="34747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 диагностику вместо объяснения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44805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Кластер ошибок замечаю только на уроке.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6172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«Я не хотел нанимать ассистента и не хотел резать учеников. Я хотел, чтобы AI взял на себя проверку — но в моём методическом стиле»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FA98C"/>
          </a:solidFill>
          <a:ln w="12700">
            <a:solidFill>
              <a:srgbClr val="1FA9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sokratai.ru  ·  Егор / Сократ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47120" y="6492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ДЕМО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Один ученик. Одно ДЗ. Три остановки.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566160" cy="4206240"/>
          </a:xfrm>
          <a:prstGeom prst="rect">
            <a:avLst/>
          </a:prstGeom>
          <a:solidFill>
            <a:srgbClr val="1B2230"/>
          </a:solidFill>
          <a:ln w="12700">
            <a:solidFill>
              <a:srgbClr val="141A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3566160" cy="91440"/>
          </a:xfrm>
          <a:prstGeom prst="rect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A98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Job R4-1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Собрать ДЗ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37490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KB + конструктор. 4 задачи из каталога + 1 своё фото из тетради. Режим «развёрнутое решение».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5760720"/>
            <a:ext cx="3200400" cy="411480"/>
          </a:xfrm>
          <a:prstGeom prst="rect">
            <a:avLst/>
          </a:prstGeom>
          <a:solidFill>
            <a:srgbClr val="0B0F14"/>
          </a:solidFill>
          <a:ln w="12700">
            <a:solidFill>
              <a:srgbClr val="1FA9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760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&lt; 60 сек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2103120"/>
            <a:ext cx="3566160" cy="4206240"/>
          </a:xfrm>
          <a:prstGeom prst="rect">
            <a:avLst/>
          </a:prstGeom>
          <a:solidFill>
            <a:srgbClr val="1B2230"/>
          </a:solidFill>
          <a:ln w="12700">
            <a:solidFill>
              <a:srgbClr val="141A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103120"/>
            <a:ext cx="3566160" cy="91440"/>
          </a:xfrm>
          <a:prstGeom prst="rect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A98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8368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Jobs R1 + R2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Проверить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46320" y="37490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Guided chat ведёт ученика сократовскими вопросами. HeatmapGrid + drill-down в тред AI.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5760720"/>
            <a:ext cx="3200400" cy="411480"/>
          </a:xfrm>
          <a:prstGeom prst="rect">
            <a:avLst/>
          </a:prstGeom>
          <a:solidFill>
            <a:srgbClr val="0B0F14"/>
          </a:solidFill>
          <a:ln w="12700">
            <a:solidFill>
              <a:srgbClr val="1FA9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5760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1,5 часа вместо 9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12480" y="2103120"/>
            <a:ext cx="3566160" cy="4206240"/>
          </a:xfrm>
          <a:prstGeom prst="rect">
            <a:avLst/>
          </a:prstGeom>
          <a:solidFill>
            <a:srgbClr val="1B2230"/>
          </a:solidFill>
          <a:ln w="12700">
            <a:solidFill>
              <a:srgbClr val="141A2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103120"/>
            <a:ext cx="3566160" cy="91440"/>
          </a:xfrm>
          <a:prstGeom prst="rect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A98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03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1042416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Job R4-4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Контролировать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686800" y="37490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Кто не приступил — «Напомнить». Каскад: Push → Telegram → Email. Я не охочусь на учеников.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686800" y="5760720"/>
            <a:ext cx="3200400" cy="411480"/>
          </a:xfrm>
          <a:prstGeom prst="rect">
            <a:avLst/>
          </a:prstGeom>
          <a:solidFill>
            <a:srgbClr val="0B0F14"/>
          </a:solidFill>
          <a:ln w="12700">
            <a:solidFill>
              <a:srgbClr val="1FA9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5760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 клик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FA98C"/>
          </a:solidFill>
          <a:ln w="12700">
            <a:solidFill>
              <a:srgbClr val="1FA9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sokratai.ru  ·  Егор / Сократ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47120" y="6492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ИТОГИ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+ 12,5 часов репетитора в неделю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Что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Было (руками)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Стало (в Сократе)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0976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Освобождено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633472"/>
            <a:ext cx="10698480" cy="0"/>
          </a:xfrm>
          <a:prstGeom prst="line">
            <a:avLst/>
          </a:prstGeom>
          <a:noFill/>
          <a:ln w="12700">
            <a:solidFill>
              <a:srgbClr val="1FA9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834640"/>
            <a:ext cx="10698480" cy="914400"/>
          </a:xfrm>
          <a:prstGeom prst="rect">
            <a:avLst/>
          </a:prstGeom>
          <a:solidFill>
            <a:srgbClr val="1B2230"/>
          </a:solidFill>
          <a:ln w="6350">
            <a:solidFill>
              <a:srgbClr val="141A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Сборка одного ДЗ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30 минут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3063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&lt; 1 минуты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0976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≈ 5 ч/нед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10698480" cy="914400"/>
          </a:xfrm>
          <a:prstGeom prst="rect">
            <a:avLst/>
          </a:prstGeom>
          <a:solidFill>
            <a:srgbClr val="1B2230"/>
          </a:solidFill>
          <a:ln w="6350">
            <a:solidFill>
              <a:srgbClr val="141A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233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Проверка ДЗ по 20 ученикам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9 часов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75120" y="4114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1,5 часа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09760" y="4114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≈ 7,5 ч/нед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solidFill>
            <a:srgbClr val="1B2230"/>
          </a:solidFill>
          <a:ln w="6350">
            <a:solidFill>
              <a:srgbClr val="141A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74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Диагностика ошибок класса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5166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 уроке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0" y="5166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До урока, в heatmap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0976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20–30 мин/урок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31520" y="61264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AI в образовании не заменяет репетитора и не выдаёт ответы ученику. Он забирает у репетитора работу, где квалификация не нужна — и возвращает его в методику.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FA98C"/>
          </a:solidFill>
          <a:ln w="12700">
            <a:solidFill>
              <a:srgbClr val="1FA9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sokratai.ru  ·  Егор / Сократ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492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1FA98C">
              <a:alpha val="20000"/>
            </a:srgbClr>
          </a:solidFill>
          <a:ln w="12700">
            <a:solidFill>
              <a:srgbClr val="1FA98C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НАПИШИТЕ МНЕ В TELEGRAM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972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5600" b="1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Пилот на 10 мест.</a:t>
            </a:r>
            <a:endParaRPr lang="en-US" sz="5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6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Бесплатно. Две недели.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F0E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Что сделать: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434840"/>
            <a:ext cx="274320" cy="274320"/>
          </a:xfrm>
          <a:prstGeom prst="ellipse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44165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Навести камеру на QR 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892040"/>
            <a:ext cx="274320" cy="274320"/>
          </a:xfrm>
          <a:prstGeom prst="ellipse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48737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Написать мне слово «Сократ»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5349240"/>
            <a:ext cx="274320" cy="274320"/>
          </a:xfrm>
          <a:prstGeom prst="ellipse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349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53309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Получить ответ в течение часа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5806440"/>
            <a:ext cx="274320" cy="274320"/>
          </a:xfrm>
          <a:prstGeom prst="ellipse">
            <a:avLst/>
          </a:prstGeom>
          <a:solidFill>
            <a:srgbClr val="9DF0E0"/>
          </a:solidFill>
          <a:ln w="12700">
            <a:solidFill>
              <a:srgbClr val="9DF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806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57881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A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Онбординг за 20 минут на вашем реальном ученике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0" y="3840480"/>
            <a:ext cx="3108960" cy="2743200"/>
          </a:xfrm>
          <a:prstGeom prst="rect">
            <a:avLst/>
          </a:prstGeom>
          <a:solidFill>
            <a:srgbClr val="F5F7FA"/>
          </a:solidFill>
          <a:ln w="25400">
            <a:solidFill>
              <a:srgbClr val="9DF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0" y="5029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QR → Telegram Егора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(вставить QR-код вручную перед эфиром)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0" y="5897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A98C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sokratai.lovable.app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1FA98C"/>
          </a:solidFill>
          <a:ln w="12700">
            <a:solidFill>
              <a:srgbClr val="1FA9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4922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sokratai.ru  ·  Егор / Сократ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47120" y="64922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5A5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Сократ — презентация Егора</dc:title>
  <dc:subject>PptxGenJS Presentation</dc:subject>
  <dc:creator>PptxGenJS</dc:creator>
  <cp:lastModifiedBy>PptxGenJS</cp:lastModifiedBy>
  <cp:revision>1</cp:revision>
  <dcterms:created xsi:type="dcterms:W3CDTF">2026-04-08T19:37:09Z</dcterms:created>
  <dcterms:modified xsi:type="dcterms:W3CDTF">2026-04-08T19:37:09Z</dcterms:modified>
</cp:coreProperties>
</file>