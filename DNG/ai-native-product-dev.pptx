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Development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один человек строит продукт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 командой AI-агентов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Камчаткин  ·  SokratAI  ·  Март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≠ AI-native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5453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чём разница и почему это важно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84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 AI-агентов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22951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ролей: от продакта до тестировщика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7340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Discovery: «Что разрабатывать»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044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AJTBD-фреймворк для поиска продукта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4838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Delivery: «Как разрабатывать»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→ Plan → Code → 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2336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demo: SokratAI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80160" y="45445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+ процесс разработки вживую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vs AI-native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34440"/>
            <a:ext cx="73152" cy="3108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думает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промпт в ChatGPT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генерирует текст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Копирует в Google Doc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думает дальше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34440"/>
            <a:ext cx="73152" cy="3108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66360" y="18745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 → AI Сегментация B2C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 output = input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Сегментация B2B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 output = input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Кросс-анализ (оба результата)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 output = input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PRD → AI код → AI тесты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инструмент. Между шагами — потеря контекста.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= операционная система. Output одного = input следующего.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делает систему AI-native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1508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Замкнутая цепочка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одного AI-этапа программно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становится входом следующего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80160"/>
            <a:ext cx="73152" cy="1508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15087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Общие документы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1920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AI-агенты читают те же продуктовые доки,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 фаундер (CLAUDE.md, specs, PRD)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73152" cy="15087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Ограничения &gt; инструкции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703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Парадокс: чем больше guardrails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AI, тем лучше результат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06324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63240"/>
            <a:ext cx="73152" cy="1508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0" y="32918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Методология первична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37033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AJTBD-фреймворка AI генерирует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красивый, но бесполезный bullshit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Команда AI-агентов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человек. Шесть ролей. Нулевой headcount.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Продакт-менеджер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AJTBD docs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Приоритеты, scope, PRD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2588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Бизнес-аналитик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Research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Сегментация, Jobs, Wedge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2588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Разработчик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Codex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Код, рефакторинг, фичи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54680"/>
            <a:ext cx="265176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Дизайнер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UX specs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UI-паттерны, компоненты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1546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15468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Тестировщик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tests, lint, build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1546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1546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Продуктовый аналитик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metrics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Метрики, пилот, фидбек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Discovery: «Что разрабатывать»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AJTBD-фреймворк Ивана Замесина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148840"/>
            <a:ext cx="7132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Интервью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custdev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82880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4884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 Map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4884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«работы»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82880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Приоритеты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 × частота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182880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3212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работа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35240" y="1828800"/>
            <a:ext cx="594360" cy="5943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2560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строить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2900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Пример SokratAI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38404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«После урока собрать качественное ДЗ за 5-10 минут вместо 30-60 минут ручной работы»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42062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Wedge: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«AI для репетиторов» широко, а конкретно сборка ДЗ по физике ЕГЭ/ОГЭ — частая, болезненная, измеримая работа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Delivery: «Как разрабатывать»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AI-driven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1965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AI-продакт пишет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спеку на основе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и research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51760" y="1325880"/>
            <a:ext cx="1920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325880"/>
            <a:ext cx="73152" cy="1965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20574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AI-архитектор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планирует задачи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tasks.md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1920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325880"/>
            <a:ext cx="73152" cy="1965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577840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20574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AI-разработчик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код, читая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040880" y="1325880"/>
            <a:ext cx="1920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1325880"/>
            <a:ext cx="73152" cy="19659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772400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20574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AI-тестировщик: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build,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smoke-check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CLAUDE.md = «конституция» проекта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" y="4023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Каждый AI-агент читает одни и те же правила: архитектура, запреты, критические файлы, workflow.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Чем больше ограничений — тем стабильнее результат.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SokratAI: 4 AI-агента в продукте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Guided homework — ученик решает задачу с AI в реальном времени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011680" cy="2560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417320"/>
            <a:ext cx="2011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вводит ученика в задачу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первом открытии.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Контекст, а не пустой экран.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2011680" cy="2560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417320"/>
            <a:ext cx="20116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97480" y="21488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ответ + фото.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Понимает LaTeX формулы.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Развёрнутая обратная связь.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2011680" cy="2560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41732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 без спойлера.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историю попыток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адаптируется.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1417320"/>
            <a:ext cx="2011680" cy="25603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Shape 15"/>
          <p:cNvSpPr/>
          <p:nvPr/>
        </p:nvSpPr>
        <p:spPr>
          <a:xfrm>
            <a:off x="6995160" y="1417320"/>
            <a:ext cx="201168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78040" y="21488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диалог по шагам.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Отдельное поле от ответа —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путает ученика.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→ Bootstrap → Ответ → Check → Застрял? → Hint → Обсуждение → Готово!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инсайта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Ставка на «что», а не «как»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уже пишет код на уровне джуна. Скоро — мидла.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нередуцируемый навык фаундера: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«Какую задачу мы решаем и для кого?»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73152" cy="1005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Ограничения &gt; свобода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834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чётче CLAUDE.md, спеки и guardrails —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 стабильнее и качественнее результат AI.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превращают одного человека в команду.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человек = команда из 5-10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069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«AI ускоряет работу на 30%».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занимает 90% операционной работы.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Фаундер остаётся стратегическим decision-maker.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914400"/>
            <a:ext cx="5486400" cy="54864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SokratAI — от AJTBD-research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до работающего продукта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Продуктовые доки: research → wedge memo → PRD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Продукт: guided homework flow (ученик + AI)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931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Разработка: Claude Code пишет фичу в реальном времени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0891B2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дальше?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встреча: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настроить свою AI-команду с нуля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</a:t>
            </a:r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@datanewgold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Спасибо! Вопросы?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Product Development</dc:title>
  <dc:subject>PptxGenJS Presentation</dc:subject>
  <dc:creator>Владимир Камчаткин</dc:creator>
  <cp:lastModifiedBy>Владимир Камчаткин</cp:lastModifiedBy>
  <cp:revision>1</cp:revision>
  <dcterms:created xsi:type="dcterms:W3CDTF">2026-03-27T17:03:47Z</dcterms:created>
  <dcterms:modified xsi:type="dcterms:W3CDTF">2026-03-27T17:03:47Z</dcterms:modified>
</cp:coreProperties>
</file>